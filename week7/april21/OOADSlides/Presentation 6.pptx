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4E8F6-3332-43EF-8CED-0B3BFD5112E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9C8-604F-4A47-8613-69065D48E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010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4E8F6-3332-43EF-8CED-0B3BFD5112E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9C8-604F-4A47-8613-69065D48E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444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4E8F6-3332-43EF-8CED-0B3BFD5112E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9C8-604F-4A47-8613-69065D48E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4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4E8F6-3332-43EF-8CED-0B3BFD5112E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9C8-604F-4A47-8613-69065D48E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811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4E8F6-3332-43EF-8CED-0B3BFD5112E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9C8-604F-4A47-8613-69065D48E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07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4E8F6-3332-43EF-8CED-0B3BFD5112E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9C8-604F-4A47-8613-69065D48E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609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4E8F6-3332-43EF-8CED-0B3BFD5112E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9C8-604F-4A47-8613-69065D48E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58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4E8F6-3332-43EF-8CED-0B3BFD5112E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9C8-604F-4A47-8613-69065D48E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82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4E8F6-3332-43EF-8CED-0B3BFD5112E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9C8-604F-4A47-8613-69065D48E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33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4E8F6-3332-43EF-8CED-0B3BFD5112E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9C8-604F-4A47-8613-69065D48E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24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4E8F6-3332-43EF-8CED-0B3BFD5112E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1D9C8-604F-4A47-8613-69065D48E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88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F4E8F6-3332-43EF-8CED-0B3BFD5112E1}" type="datetimeFigureOut">
              <a:rPr lang="en-IN" smtClean="0"/>
              <a:t>04-04-2021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1D9C8-604F-4A47-8613-69065D48EE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1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Presentation 6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 Raghavendra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3424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2-53-0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875"/>
            <a:ext cx="9144000" cy="58086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3202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2-54-5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150"/>
            <a:ext cx="9144000" cy="6489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5706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2-55-1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8" y="0"/>
            <a:ext cx="8351837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1692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2-56-1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500"/>
            <a:ext cx="9144000" cy="571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2247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2-57-4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2138"/>
            <a:ext cx="9144000" cy="5672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0950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1-04-02-12-58-3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7025"/>
            <a:ext cx="9144000" cy="6202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7110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On-screen Show (4:3)</PresentationFormat>
  <Paragraphs>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Presentation 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6</dc:title>
  <dc:creator>Windows User</dc:creator>
  <cp:lastModifiedBy>Windows User</cp:lastModifiedBy>
  <cp:revision>1</cp:revision>
  <dcterms:created xsi:type="dcterms:W3CDTF">2021-04-03T20:20:03Z</dcterms:created>
  <dcterms:modified xsi:type="dcterms:W3CDTF">2021-04-03T20:20:28Z</dcterms:modified>
</cp:coreProperties>
</file>