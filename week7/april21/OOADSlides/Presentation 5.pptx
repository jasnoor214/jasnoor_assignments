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89729-0788-4865-BA73-8ECCCDC97460}" type="datetimeFigureOut">
              <a:rPr lang="en-IN" smtClean="0"/>
              <a:t>04-04-2021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275CF-2CBE-4254-8512-21839350AF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1204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89729-0788-4865-BA73-8ECCCDC97460}" type="datetimeFigureOut">
              <a:rPr lang="en-IN" smtClean="0"/>
              <a:t>04-04-2021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275CF-2CBE-4254-8512-21839350AF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2308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89729-0788-4865-BA73-8ECCCDC97460}" type="datetimeFigureOut">
              <a:rPr lang="en-IN" smtClean="0"/>
              <a:t>04-04-2021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275CF-2CBE-4254-8512-21839350AF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773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89729-0788-4865-BA73-8ECCCDC97460}" type="datetimeFigureOut">
              <a:rPr lang="en-IN" smtClean="0"/>
              <a:t>04-04-2021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275CF-2CBE-4254-8512-21839350AF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6794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89729-0788-4865-BA73-8ECCCDC97460}" type="datetimeFigureOut">
              <a:rPr lang="en-IN" smtClean="0"/>
              <a:t>04-04-2021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275CF-2CBE-4254-8512-21839350AF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53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89729-0788-4865-BA73-8ECCCDC97460}" type="datetimeFigureOut">
              <a:rPr lang="en-IN" smtClean="0"/>
              <a:t>04-04-2021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275CF-2CBE-4254-8512-21839350AF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4419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89729-0788-4865-BA73-8ECCCDC97460}" type="datetimeFigureOut">
              <a:rPr lang="en-IN" smtClean="0"/>
              <a:t>04-04-2021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275CF-2CBE-4254-8512-21839350AF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9349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89729-0788-4865-BA73-8ECCCDC97460}" type="datetimeFigureOut">
              <a:rPr lang="en-IN" smtClean="0"/>
              <a:t>04-04-2021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275CF-2CBE-4254-8512-21839350AF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492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89729-0788-4865-BA73-8ECCCDC97460}" type="datetimeFigureOut">
              <a:rPr lang="en-IN" smtClean="0"/>
              <a:t>04-04-2021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275CF-2CBE-4254-8512-21839350AF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9104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89729-0788-4865-BA73-8ECCCDC97460}" type="datetimeFigureOut">
              <a:rPr lang="en-IN" smtClean="0"/>
              <a:t>04-04-2021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275CF-2CBE-4254-8512-21839350AF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327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89729-0788-4865-BA73-8ECCCDC97460}" type="datetimeFigureOut">
              <a:rPr lang="en-IN" smtClean="0"/>
              <a:t>04-04-2021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275CF-2CBE-4254-8512-21839350AF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3405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C89729-0788-4865-BA73-8ECCCDC97460}" type="datetimeFigureOut">
              <a:rPr lang="en-IN" smtClean="0"/>
              <a:t>04-04-2021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5275CF-2CBE-4254-8512-21839350AF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6708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Presentation 5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/>
              <a:t>by Raghavendra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002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2-12-31-3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8000"/>
            <a:ext cx="9144000" cy="58404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10209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2-12-32-3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2425"/>
            <a:ext cx="9144000" cy="61531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28492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2-12-33-2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8800"/>
            <a:ext cx="9144000" cy="57388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20615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2-12-35-1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9900"/>
            <a:ext cx="9144000" cy="5918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37482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2-12-36-4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6725"/>
            <a:ext cx="9144000" cy="59245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8035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2-12-38-4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1525"/>
            <a:ext cx="9144000" cy="53133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80497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2-12-39-3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7038"/>
            <a:ext cx="9144000" cy="60039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6212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2-12-40-1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9575"/>
            <a:ext cx="9144000" cy="60372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408118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2-12-41-39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0850"/>
            <a:ext cx="9144000" cy="59547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61300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On-screen Show (4:3)</PresentationFormat>
  <Paragraphs>2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Presentation 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5</dc:title>
  <dc:creator>Windows User</dc:creator>
  <cp:lastModifiedBy>Windows User</cp:lastModifiedBy>
  <cp:revision>1</cp:revision>
  <dcterms:created xsi:type="dcterms:W3CDTF">2021-04-03T20:19:04Z</dcterms:created>
  <dcterms:modified xsi:type="dcterms:W3CDTF">2021-04-03T20:19:34Z</dcterms:modified>
</cp:coreProperties>
</file>