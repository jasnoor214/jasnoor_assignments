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7B6D-C0E4-4347-8FF9-0FDB7D7F14E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764A-5E5D-493C-9B9C-4C0A10EB3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95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7B6D-C0E4-4347-8FF9-0FDB7D7F14E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764A-5E5D-493C-9B9C-4C0A10EB3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88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7B6D-C0E4-4347-8FF9-0FDB7D7F14E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764A-5E5D-493C-9B9C-4C0A10EB3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66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7B6D-C0E4-4347-8FF9-0FDB7D7F14E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764A-5E5D-493C-9B9C-4C0A10EB3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38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7B6D-C0E4-4347-8FF9-0FDB7D7F14E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764A-5E5D-493C-9B9C-4C0A10EB3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093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7B6D-C0E4-4347-8FF9-0FDB7D7F14E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764A-5E5D-493C-9B9C-4C0A10EB3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89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7B6D-C0E4-4347-8FF9-0FDB7D7F14E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764A-5E5D-493C-9B9C-4C0A10EB3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514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7B6D-C0E4-4347-8FF9-0FDB7D7F14E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764A-5E5D-493C-9B9C-4C0A10EB3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06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7B6D-C0E4-4347-8FF9-0FDB7D7F14E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764A-5E5D-493C-9B9C-4C0A10EB3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649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7B6D-C0E4-4347-8FF9-0FDB7D7F14E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764A-5E5D-493C-9B9C-4C0A10EB3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54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7B6D-C0E4-4347-8FF9-0FDB7D7F14E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764A-5E5D-493C-9B9C-4C0A10EB3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473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E7B6D-C0E4-4347-8FF9-0FDB7D7F14E0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7764A-5E5D-493C-9B9C-4C0A10EB3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34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Presentation 4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mtClean="0"/>
              <a:t>by Raghavendra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885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18-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625"/>
            <a:ext cx="9144000" cy="5745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9052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19-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7525"/>
            <a:ext cx="9144000" cy="5822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4119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19-5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538"/>
            <a:ext cx="9144000" cy="5622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0218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21-5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8025"/>
            <a:ext cx="9144000" cy="5440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7089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29-5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713"/>
            <a:ext cx="9144000" cy="66309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6183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0-0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0913"/>
            <a:ext cx="9144000" cy="4956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9931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0-3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3925"/>
            <a:ext cx="9144000" cy="50085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1646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0-4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0"/>
            <a:ext cx="90932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2681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0-5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5175"/>
            <a:ext cx="9144000" cy="5326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4980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1-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0288"/>
            <a:ext cx="9144000" cy="4797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5190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1-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388"/>
            <a:ext cx="9144000" cy="5989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0616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1-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0388"/>
            <a:ext cx="9144000" cy="5735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7217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2-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138"/>
            <a:ext cx="9144000" cy="5673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2759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3-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9775"/>
            <a:ext cx="9144000" cy="5376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0881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3-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4825"/>
            <a:ext cx="9144000" cy="58467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7844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3-5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0100"/>
            <a:ext cx="9144000" cy="525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3190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5-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275"/>
            <a:ext cx="9144000" cy="5503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8634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5-4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5713"/>
            <a:ext cx="9144000" cy="43449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2725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6-4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750"/>
            <a:ext cx="9144000" cy="5270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6839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7-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7825"/>
            <a:ext cx="9144000" cy="6102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8147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37-5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9450"/>
            <a:ext cx="9144000" cy="5499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3446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41-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225"/>
            <a:ext cx="9144000" cy="6305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7250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47-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575"/>
            <a:ext cx="9144000" cy="45132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5554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47-4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413"/>
            <a:ext cx="9144000" cy="5591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1076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48-2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3588"/>
            <a:ext cx="9144000" cy="5330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5848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49-4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5650"/>
            <a:ext cx="9144000" cy="53451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7037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50-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5963"/>
            <a:ext cx="9144000" cy="54244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9674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51-0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6263"/>
            <a:ext cx="9144000" cy="5705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87202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51-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5163"/>
            <a:ext cx="9144000" cy="5527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7109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52-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4900"/>
            <a:ext cx="9144000" cy="46466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908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52-5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0"/>
            <a:ext cx="9144000" cy="5638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7914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53-5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413"/>
            <a:ext cx="9144000" cy="5591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40971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55-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338"/>
            <a:ext cx="9144000" cy="5521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5912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55-5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"/>
            <a:ext cx="9144000" cy="579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16992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20-56-5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2363"/>
            <a:ext cx="9144000" cy="4613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757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On-screen Show (4:3)</PresentationFormat>
  <Paragraphs>2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Presentation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4</dc:title>
  <dc:creator>Windows User</dc:creator>
  <cp:lastModifiedBy>Windows User</cp:lastModifiedBy>
  <cp:revision>1</cp:revision>
  <dcterms:created xsi:type="dcterms:W3CDTF">2021-04-03T20:18:08Z</dcterms:created>
  <dcterms:modified xsi:type="dcterms:W3CDTF">2021-04-03T20:18:39Z</dcterms:modified>
</cp:coreProperties>
</file>