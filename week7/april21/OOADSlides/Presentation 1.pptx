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23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5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60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7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62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04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64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40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41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68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A4887-E3B3-4358-936A-D378DF8F09CE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5DC41-CECD-4315-8566-617328777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25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Raghavendra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15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17-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3" y="0"/>
            <a:ext cx="81819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508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27-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0"/>
            <a:ext cx="794226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69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29-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8" y="0"/>
            <a:ext cx="907573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610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0-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75" y="0"/>
            <a:ext cx="819626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1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2-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13" y="0"/>
            <a:ext cx="85883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23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2-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463"/>
            <a:ext cx="9144000" cy="5297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783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5-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063"/>
            <a:ext cx="9144000" cy="6364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625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7-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75"/>
            <a:ext cx="9144000" cy="6318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142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7-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6625"/>
            <a:ext cx="9144000" cy="498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80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8-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813"/>
            <a:ext cx="9144000" cy="5286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005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38-4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838"/>
            <a:ext cx="9144000" cy="51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284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48-0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238"/>
            <a:ext cx="9144000" cy="5343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17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49-0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2175"/>
            <a:ext cx="9144000" cy="5072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40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49-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2200"/>
            <a:ext cx="9144000" cy="4672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975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0-53-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13"/>
            <a:ext cx="9144000" cy="4498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519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10-5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0"/>
            <a:ext cx="9144000" cy="5524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273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11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875"/>
            <a:ext cx="9144000" cy="606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200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21-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975"/>
            <a:ext cx="9144000" cy="4972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614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4-0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3313"/>
            <a:ext cx="9144000" cy="4651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270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4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988"/>
            <a:ext cx="9144000" cy="5024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42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6-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8850"/>
            <a:ext cx="9144000" cy="4938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501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6-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638"/>
            <a:ext cx="9144000" cy="503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75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7-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5188"/>
            <a:ext cx="9144000" cy="5127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49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8-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525"/>
            <a:ext cx="9144000" cy="5567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77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39-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7725"/>
            <a:ext cx="9144000" cy="5160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742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1-5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463"/>
            <a:ext cx="9144000" cy="5297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865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3-0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688"/>
            <a:ext cx="9144000" cy="5253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68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5-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763"/>
            <a:ext cx="9144000" cy="5322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988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5-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0"/>
            <a:ext cx="9144000" cy="48244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41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7-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525"/>
            <a:ext cx="9144000" cy="4806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75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8-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0900"/>
            <a:ext cx="9144000" cy="5154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86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8-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640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8-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788"/>
            <a:ext cx="9144000" cy="517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52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9-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063"/>
            <a:ext cx="9144000" cy="5348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80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49-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338"/>
            <a:ext cx="9144000" cy="55197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84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0-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838"/>
            <a:ext cx="9144000" cy="4886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73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0-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250"/>
            <a:ext cx="9144000" cy="539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017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3-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9300"/>
            <a:ext cx="9144000" cy="535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438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3-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44000" cy="5180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053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3-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975"/>
            <a:ext cx="9144000" cy="5224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205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3-5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288"/>
            <a:ext cx="9144000" cy="5557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108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4-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"/>
            <a:ext cx="9144000" cy="6792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797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4-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" y="0"/>
            <a:ext cx="91281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1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5-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0"/>
            <a:ext cx="893286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602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5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263"/>
            <a:ext cx="9144000" cy="5449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408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1-56-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475"/>
            <a:ext cx="9144000" cy="560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770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On-screen Show (4:3)</PresentationFormat>
  <Paragraphs>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Presentation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1</dc:title>
  <dc:creator>Windows User</dc:creator>
  <cp:lastModifiedBy>Windows User</cp:lastModifiedBy>
  <cp:revision>1</cp:revision>
  <dcterms:created xsi:type="dcterms:W3CDTF">2021-04-03T20:05:26Z</dcterms:created>
  <dcterms:modified xsi:type="dcterms:W3CDTF">2021-04-03T20:08:20Z</dcterms:modified>
</cp:coreProperties>
</file>