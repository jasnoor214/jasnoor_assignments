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CB33C-91CD-44A3-A46F-17468D4BC801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799A-F6FD-4544-9234-F00FA93B2F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326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CB33C-91CD-44A3-A46F-17468D4BC801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799A-F6FD-4544-9234-F00FA93B2F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194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CB33C-91CD-44A3-A46F-17468D4BC801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799A-F6FD-4544-9234-F00FA93B2F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8269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CB33C-91CD-44A3-A46F-17468D4BC801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799A-F6FD-4544-9234-F00FA93B2F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394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CB33C-91CD-44A3-A46F-17468D4BC801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799A-F6FD-4544-9234-F00FA93B2F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892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CB33C-91CD-44A3-A46F-17468D4BC801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799A-F6FD-4544-9234-F00FA93B2F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84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CB33C-91CD-44A3-A46F-17468D4BC801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799A-F6FD-4544-9234-F00FA93B2F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016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CB33C-91CD-44A3-A46F-17468D4BC801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799A-F6FD-4544-9234-F00FA93B2F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693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CB33C-91CD-44A3-A46F-17468D4BC801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799A-F6FD-4544-9234-F00FA93B2F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444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CB33C-91CD-44A3-A46F-17468D4BC801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799A-F6FD-4544-9234-F00FA93B2F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522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CB33C-91CD-44A3-A46F-17468D4BC801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799A-F6FD-4544-9234-F00FA93B2F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743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0CB33C-91CD-44A3-A46F-17468D4BC801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4799A-F6FD-4544-9234-F00FA93B2F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381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Presentation 3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by Raghavendra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4164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2-15-3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9738"/>
            <a:ext cx="9144000" cy="5978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1543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2-15-5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1988"/>
            <a:ext cx="9144000" cy="5534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7581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2-16-0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0263"/>
            <a:ext cx="9144000" cy="51958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9385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2-16-2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5850"/>
            <a:ext cx="9144000" cy="4684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4880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2-17-1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1875"/>
            <a:ext cx="9144000" cy="4794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933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3-22-17-5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1538"/>
            <a:ext cx="9144000" cy="5113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3095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On-screen Show (4:3)</PresentationFormat>
  <Paragraphs>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Presentation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3</dc:title>
  <dc:creator>Windows User</dc:creator>
  <cp:lastModifiedBy>Windows User</cp:lastModifiedBy>
  <cp:revision>1</cp:revision>
  <dcterms:created xsi:type="dcterms:W3CDTF">2021-04-03T20:16:00Z</dcterms:created>
  <dcterms:modified xsi:type="dcterms:W3CDTF">2021-04-03T20:16:57Z</dcterms:modified>
</cp:coreProperties>
</file>