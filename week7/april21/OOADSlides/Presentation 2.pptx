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78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77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19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3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22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70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3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82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15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95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6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90EDA-3B1A-4969-952E-076928D6C8DA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FC118-D55B-4F25-B759-737278D46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02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Presentation 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Raghavendra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15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0-49-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5" y="0"/>
            <a:ext cx="814705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164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1-00-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0"/>
            <a:ext cx="830421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655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1-06-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288"/>
            <a:ext cx="9144000" cy="6319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872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6-57-5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416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7-02-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755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7-03-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004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7-04-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25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7-05-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413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7-06-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968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7-06-5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6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On-screen Show (4:3)</PresentationFormat>
  <Paragraphs>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Presentation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2</dc:title>
  <dc:creator>Windows User</dc:creator>
  <cp:lastModifiedBy>Windows User</cp:lastModifiedBy>
  <cp:revision>1</cp:revision>
  <dcterms:created xsi:type="dcterms:W3CDTF">2021-04-03T20:12:18Z</dcterms:created>
  <dcterms:modified xsi:type="dcterms:W3CDTF">2021-04-03T20:14:40Z</dcterms:modified>
</cp:coreProperties>
</file>